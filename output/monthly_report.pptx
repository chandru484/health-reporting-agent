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Health Portfolio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Executive synthesis for client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2D3748"/>
                </a:solidFill>
              </a:defRPr>
            </a:pPr>
            <a:r>
              <a:t>Portfolio health: 0 Green, 0 Amber, 2 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2D3748"/>
                </a:solidFill>
              </a:defRPr>
            </a:pPr>
            <a:r>
              <a:t>2 project(s) are Red, 0 are Amber, and 0 are Green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Schedule slippage is the dominant cross-project risk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2D3748"/>
                </a:solidFill>
              </a:defRPr>
            </a:pPr>
            <a:r>
              <a:t>Dependencies: 263FS +1d, 292, 293FS +2d, 332, 395, 421, 447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Dependencies: 3FS +7d, 8FF, 16FS +6d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Risks logged: Due to parallel phase 1 activities onsite workshop dates are impacted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Schedule is slipping by 8 days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Schedule is slipping by 81 days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Zycus - UniSan S2P Implementation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Delayed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2D3748"/>
                </a:solidFill>
              </a:defRPr>
            </a:pPr>
            <a:r>
              <a:t>Go Live (61d behind)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Load delta master data via integration (63d behind)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P2P Cutover (62d behind)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Phase 2 - P2P (81d behind)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Review SOW with UniSan (8d behind)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Emerging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2D3748"/>
                </a:solidFill>
              </a:defRPr>
            </a:pPr>
            <a:r>
              <a:t>No material updates to report.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2D3748"/>
                </a:solidFill>
              </a:defRPr>
            </a:pPr>
            <a:r>
              <a:t>Escalate the delivery risk and agree on a recovery plan within 48 hours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Month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2D3748"/>
                </a:solidFill>
              </a:defRPr>
            </a:pPr>
            <a:r>
              <a:t>Stabilize schedule-critical workstreams and remove blockers before the next steering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